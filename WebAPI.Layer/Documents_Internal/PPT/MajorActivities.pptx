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479" r:id="rId2"/>
    <p:sldId id="260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46BC110-45A1-A2F7-B333-12346EE1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>
            <a:extLst>
              <a:ext uri="{FF2B5EF4-FFF2-40B4-BE49-F238E27FC236}">
                <a16:creationId xmlns:a16="http://schemas.microsoft.com/office/drawing/2014/main" id="{F69EE63E-F32C-D019-0C3F-60DAE020A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>
            <a:extLst>
              <a:ext uri="{FF2B5EF4-FFF2-40B4-BE49-F238E27FC236}">
                <a16:creationId xmlns:a16="http://schemas.microsoft.com/office/drawing/2014/main" id="{2144416F-1EAA-724E-F7E6-8D6FBC44C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003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6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FAA776D9-4B41-D07A-6BA3-DD7C9035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ud with arrows and clouds&#10;&#10;Description automatically generated">
            <a:extLst>
              <a:ext uri="{FF2B5EF4-FFF2-40B4-BE49-F238E27FC236}">
                <a16:creationId xmlns:a16="http://schemas.microsoft.com/office/drawing/2014/main" id="{394E0A0B-8EB8-C7B1-284E-2617C0D0A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1"/>
            <a:ext cx="9144000" cy="51246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1A7037-8949-1003-C753-3FBCE4E1C5B8}"/>
              </a:ext>
            </a:extLst>
          </p:cNvPr>
          <p:cNvSpPr/>
          <p:nvPr/>
        </p:nvSpPr>
        <p:spPr>
          <a:xfrm>
            <a:off x="1" y="0"/>
            <a:ext cx="5370722" cy="5143500"/>
          </a:xfrm>
          <a:prstGeom prst="rect">
            <a:avLst/>
          </a:prstGeom>
          <a:gradFill>
            <a:gsLst>
              <a:gs pos="0">
                <a:srgbClr val="47A6AB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" name="TextBox">
            <a:extLst>
              <a:ext uri="{FF2B5EF4-FFF2-40B4-BE49-F238E27FC236}">
                <a16:creationId xmlns:a16="http://schemas.microsoft.com/office/drawing/2014/main" id="{73D7AB05-EB3E-20A4-28CA-B0F54AB78A14}"/>
              </a:ext>
            </a:extLst>
          </p:cNvPr>
          <p:cNvSpPr/>
          <p:nvPr/>
        </p:nvSpPr>
        <p:spPr>
          <a:xfrm>
            <a:off x="299194" y="1869235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Major Activities / 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Incidents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0D1769-06EB-FF5E-603E-6CF2EC876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170" y="0"/>
            <a:ext cx="1730829" cy="6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47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/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Major Activities / P1 Incidents Details 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graphicFrame>
        <p:nvGraphicFramePr>
          <p:cNvPr id="7" name="Table">
            <a:extLst>
              <a:ext uri="{FF2B5EF4-FFF2-40B4-BE49-F238E27FC236}">
                <a16:creationId xmlns:a16="http://schemas.microsoft.com/office/drawing/2014/main" id="{DB99A805-F092-1C6E-8E26-3EF2B3448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742139"/>
              </p:ext>
            </p:extLst>
          </p:nvPr>
        </p:nvGraphicFramePr>
        <p:xfrm>
          <a:off x="270000" y="475200"/>
          <a:ext cx="8733602" cy="76268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406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717">
                  <a:extLst>
                    <a:ext uri="{9D8B030D-6E8A-4147-A177-3AD203B41FA5}">
                      <a16:colId xmlns:a16="http://schemas.microsoft.com/office/drawing/2014/main" val="4225214573"/>
                    </a:ext>
                  </a:extLst>
                </a:gridCol>
                <a:gridCol w="1233376">
                  <a:extLst>
                    <a:ext uri="{9D8B030D-6E8A-4147-A177-3AD203B41FA5}">
                      <a16:colId xmlns:a16="http://schemas.microsoft.com/office/drawing/2014/main" val="1168546649"/>
                    </a:ext>
                  </a:extLst>
                </a:gridCol>
                <a:gridCol w="1261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3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0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S/N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 Date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4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00"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dirty="0">
                        <a:solidFill>
                          <a:srgbClr val="10446F"/>
                        </a:solidFill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</Words>
  <Application>Microsoft Office PowerPoint</Application>
  <PresentationFormat>On-screen Show (16:9)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32</cp:revision>
  <dcterms:created xsi:type="dcterms:W3CDTF">2024-12-10T08:22:04Z</dcterms:created>
  <dcterms:modified xsi:type="dcterms:W3CDTF">2025-03-28T11:47:02Z</dcterms:modified>
</cp:coreProperties>
</file>
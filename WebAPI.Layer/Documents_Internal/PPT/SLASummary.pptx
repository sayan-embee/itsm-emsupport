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822A8-8BEB-4235-9B93-4CBE907D70D7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D0F12-DBB6-47BA-A637-1F37B1E44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2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29600" cy="5140800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05F87C4F-0DE0-9275-1669-99B59315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020000" cy="5140800"/>
          </a:xfrm>
          <a:prstGeom prst="rect">
            <a:avLst/>
          </a:prstGeom>
        </p:spPr>
      </p:pic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Box"/>
          <p:cNvSpPr/>
          <p:nvPr/>
        </p:nvSpPr>
        <p:spPr>
          <a:xfrm>
            <a:off x="228600" y="2116800"/>
            <a:ext cx="3790800" cy="907200"/>
          </a:xfrm>
        </p:spPr>
        <p:txBody>
          <a:bodyPr wrap="none"/>
          <a:lstStyle/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SLA Summary</a:t>
            </a:r>
            <a:endParaRPr lang="en-US" sz="28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F113A050-E7D8-463B-715B-3C367A8F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19</cp:revision>
  <dcterms:created xsi:type="dcterms:W3CDTF">2024-12-10T08:22:04Z</dcterms:created>
  <dcterms:modified xsi:type="dcterms:W3CDTF">2025-03-28T11:40:36Z</dcterms:modified>
</cp:coreProperties>
</file>
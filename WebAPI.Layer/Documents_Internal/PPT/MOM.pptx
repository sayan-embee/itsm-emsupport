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D01A4-D13C-17F5-7A05-FC75CC29D3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B4A41-5B1A-E9C5-BBF7-14C07E0D73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B814D-8CC0-DD0C-C93C-AB6C60DAD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F2521-F35B-7EA1-0ED0-C604241C7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BC144-44B5-52F0-04F5-2AA9EE4DC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464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CFD37-ED50-8224-780A-5F71825BA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D403C-78FF-7559-42BE-4805129ED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3E59A-28B6-6389-9E7D-6FAD8B154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B1EC9-2CF1-559B-388D-5B0273229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417D2-4C8E-6F30-7F84-8EE62CCC1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330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7DBB8-BC14-ED52-B3E1-BCA1C19E2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C4E00-4C6A-9329-D28F-0EF3B4A64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FC32E-F998-F184-0952-CB595810A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3DA70-304C-5E52-BE0C-12E423284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B0F01-4516-31AB-FB91-EC368CB88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208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8B5E2-28B4-49E6-7823-5E91272F6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B7C00-8E32-5143-B235-C303531064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21203-2A81-2F20-84BF-6B1CC2D5B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9DDABF-4327-2C5D-C6CA-C3AB524E8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D6A18-523A-7B2D-5502-5B0D14C9B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CDB04E-6F42-4312-4758-F20159807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023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3653A-3753-4F18-5BAB-D6F52DB53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48B29-A976-5C5B-A926-515F2D850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64B2A8-D71D-96D8-7DCC-F71B53066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259856-39E3-D0E3-07C6-D01E036259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420163-B329-45DD-12FC-B938C8F842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EF96A1-E217-9007-14B3-59B57C57D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B73355-EFED-0583-2A0C-FE17CEBD4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C8E3C3-C126-0887-E91F-8C7B10E77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874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25766-55D5-8204-9C3E-5EA21FDC4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B2EA80-FAC7-C5FE-DFF4-487CF6532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C868C9-E06C-8C99-0E68-FE4E6132A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BF8B1-C7E5-B08F-A027-1762068CD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967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BB9392-D62D-4C63-0570-2FD250B6E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D98DB6-5657-1D34-EB9B-1280CB6BA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E970E-5CFA-7969-64D6-BCE3814D9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064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43AA3-F32D-B4CF-84DC-5C4590781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89A72-7EE1-4635-04E0-21D348EBB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966BCB-47AB-AD80-B412-3626D60306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A4128A-8A68-CCD6-9CB0-4DED7201D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EF1A1-5F54-F581-51D7-74F192117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4B7EF1-AED4-78CB-E674-B234815B7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527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89947-AC87-E74D-80A3-E0FC3DD75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C941AF-92FA-6DD7-FF62-AA4F4A9E9F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939AE-358D-938B-9B29-D1F1F2807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312C9-981A-EC02-3C3F-2896C69A2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D993EA-3638-F793-77B5-2B62F5519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840D6-B887-FA5C-76DD-071F3329A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745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39B38-F264-C78F-4C27-470AEE48D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2720CA-D78A-926B-F5AD-6731F5EA8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C2D41-8883-6C21-CDBF-7676A0C81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FE2C7-99BF-D034-CFC0-67A958E99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55EF2-3CEB-F660-1B11-4F45A1095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287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B0B632-8D7D-180F-5902-F59B797043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6D160-FD48-DA01-BC3D-929F72143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2082A-68AE-AF1E-F362-28F7E0D59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6BE94-2198-8B52-651A-FC97B2405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CAD06-EF0A-F2BD-B474-F9E0B0B00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699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5EAC0D-7A99-7716-2A23-628AAABDF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C703F-32F9-694F-A426-733C54992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16258-FA0D-F01C-B91C-DE1F166A7F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E0E75-24B2-72E9-5E59-91CF140581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9822D-35BE-76D4-2B5C-FEE5CF60F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798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3" name="TextBox"/>
          <p:cNvSpPr/>
          <p:nvPr/>
        </p:nvSpPr>
        <p:spPr>
          <a:xfrm>
            <a:off x="140400" y="57600"/>
            <a:ext cx="7070400" cy="522000"/>
          </a:xfrm>
        </p:spPr>
        <p:txBody>
          <a:bodyPr wrap="none"/>
          <a:lstStyle/>
          <a:p>
            <a:r>
              <a:rPr lang="en-US" sz="2000" b="1" dirty="0">
                <a:solidFill>
                  <a:srgbClr val="10446F"/>
                </a:solidFill>
              </a:rPr>
              <a:t>MOM of last meeting</a:t>
            </a:r>
            <a:endParaRPr sz="2000" b="1" dirty="0">
              <a:solidFill>
                <a:srgbClr val="10446F"/>
              </a:solidFill>
            </a:endParaRPr>
          </a:p>
        </p:txBody>
      </p:sp>
      <p:pic>
        <p:nvPicPr>
          <p:cNvPr id="4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2000" y="144000"/>
            <a:ext cx="1191600" cy="331200"/>
          </a:xfrm>
          <a:prstGeom prst="rect">
            <a:avLst/>
          </a:prstGeom>
        </p:spPr>
      </p:pic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123631"/>
              </p:ext>
            </p:extLst>
          </p:nvPr>
        </p:nvGraphicFramePr>
        <p:xfrm>
          <a:off x="270000" y="475200"/>
          <a:ext cx="8733599" cy="762680"/>
        </p:xfrm>
        <a:graphic>
          <a:graphicData uri="http://schemas.openxmlformats.org/drawingml/2006/table">
            <a:tbl>
              <a:tblPr>
                <a:noFill/>
                <a:tableStyleId>{5C22544A-7EE6-4342-B048-85BDC9FD1C3A}</a:tableStyleId>
              </a:tblPr>
              <a:tblGrid>
                <a:gridCol w="505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70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29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80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5000"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</a:t>
                      </a:r>
                      <a:endParaRPr sz="10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0446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b="1" dirty="0">
                          <a:solidFill>
                            <a:srgbClr val="FFFFFF"/>
                          </a:solidFill>
                        </a:rPr>
                        <a:t>New Actions</a:t>
                      </a:r>
                      <a:endParaRPr sz="10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0446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b="1" dirty="0">
                          <a:solidFill>
                            <a:srgbClr val="FFFFFF"/>
                          </a:solidFill>
                        </a:rPr>
                        <a:t>By Whom (Initials)</a:t>
                      </a:r>
                      <a:endParaRPr sz="10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0446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b="1" dirty="0">
                          <a:solidFill>
                            <a:srgbClr val="FFFFFF"/>
                          </a:solidFill>
                        </a:rPr>
                        <a:t>Status/Deadline</a:t>
                      </a:r>
                      <a:endParaRPr sz="10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044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000">
                <a:tc>
                  <a:txBody>
                    <a:bodyPr/>
                    <a:lstStyle/>
                    <a:p>
                      <a:pPr algn="l"/>
                      <a:endParaRPr sz="1000" dirty="0">
                        <a:solidFill>
                          <a:srgbClr val="10446F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00" dirty="0">
                        <a:solidFill>
                          <a:srgbClr val="10446F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00" dirty="0">
                        <a:solidFill>
                          <a:srgbClr val="10446F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00" dirty="0">
                        <a:solidFill>
                          <a:srgbClr val="10446F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000">
                <a:tc>
                  <a:txBody>
                    <a:bodyPr/>
                    <a:lstStyle/>
                    <a:p>
                      <a:pPr algn="l"/>
                      <a:endParaRPr sz="1000" dirty="0">
                        <a:solidFill>
                          <a:srgbClr val="10446F"/>
                        </a:solidFill>
                      </a:endParaRPr>
                    </a:p>
                  </a:txBody>
                  <a:tcP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00" dirty="0">
                        <a:solidFill>
                          <a:srgbClr val="10446F"/>
                        </a:solidFill>
                      </a:endParaRPr>
                    </a:p>
                  </a:txBody>
                  <a:tcP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00" dirty="0">
                        <a:solidFill>
                          <a:srgbClr val="10446F"/>
                        </a:solidFill>
                      </a:endParaRPr>
                    </a:p>
                  </a:txBody>
                  <a:tcP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00" dirty="0">
                        <a:solidFill>
                          <a:srgbClr val="10446F"/>
                        </a:solidFill>
                      </a:endParaRPr>
                    </a:p>
                  </a:txBody>
                  <a:tcPr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16</Words>
  <Application>Microsoft Office PowerPoint</Application>
  <PresentationFormat>On-screen Show (16:9)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Dipayan Das</dc:creator>
  <cp:lastModifiedBy>Dipayan Das</cp:lastModifiedBy>
  <cp:revision>6</cp:revision>
  <dcterms:created xsi:type="dcterms:W3CDTF">2024-12-10T08:22:04Z</dcterms:created>
  <dcterms:modified xsi:type="dcterms:W3CDTF">2025-03-24T06:24:40Z</dcterms:modified>
</cp:coreProperties>
</file>
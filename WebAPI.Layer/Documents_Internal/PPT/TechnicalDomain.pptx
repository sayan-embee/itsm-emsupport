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076137733" r:id="rId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F822A8-8BEB-4235-9B93-4CBE907D70D7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D0F12-DBB6-47BA-A637-1F37B1E4454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724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f5e290e4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5bf5e290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63825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D01A4-D13C-17F5-7A05-FC75CC29D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B4A41-5B1A-E9C5-BBF7-14C07E0D7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B814D-8CC0-DD0C-C93C-AB6C60DA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F2521-F35B-7EA1-0ED0-C604241C7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7BC144-44B5-52F0-04F5-2AA9EE4D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464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FD37-ED50-8224-780A-5F71825BA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403C-78FF-7559-42BE-4805129E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3E59A-28B6-6389-9E7D-6FAD8B154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B1EC9-2CF1-559B-388D-5B0273229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417D2-4C8E-6F30-7F84-8EE62CCC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33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7DBB8-BC14-ED52-B3E1-BCA1C19E2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C4E00-4C6A-9329-D28F-0EF3B4A64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FC32E-F998-F184-0952-CB595810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3DA70-304C-5E52-BE0C-12E423284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B0F01-4516-31AB-FB91-EC368CB88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320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8B5E2-28B4-49E6-7823-5E91272F6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B7C00-8E32-5143-B235-C303531064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21203-2A81-2F20-84BF-6B1CC2D5B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9DDABF-4327-2C5D-C6CA-C3AB524E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D6A18-523A-7B2D-5502-5B0D14C9B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B04E-6F42-4312-4758-F2015980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2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3653A-3753-4F18-5BAB-D6F52DB5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48B29-A976-5C5B-A926-515F2D850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4B2A8-D71D-96D8-7DCC-F71B53066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259856-39E3-D0E3-07C6-D01E036259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20163-B329-45DD-12FC-B938C8F842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EF96A1-E217-9007-14B3-59B57C57D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B73355-EFED-0583-2A0C-FE17CEBD4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C8E3C3-C126-0887-E91F-8C7B10E7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87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25766-55D5-8204-9C3E-5EA21FDC4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2EA80-FAC7-C5FE-DFF4-487CF6532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C868C9-E06C-8C99-0E68-FE4E613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BF8B1-C7E5-B08F-A027-1762068CD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96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BB9392-D62D-4C63-0570-2FD250B6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98DB6-5657-1D34-EB9B-1280CB6B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CE970E-5CFA-7969-64D6-BCE3814D9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064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43AA3-F32D-B4CF-84DC-5C4590781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9A72-7EE1-4635-04E0-21D348EBB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66BCB-47AB-AD80-B412-3626D60306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4128A-8A68-CCD6-9CB0-4DED7201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1EF1A1-5F54-F581-51D7-74F192117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4B7EF1-AED4-78CB-E674-B234815B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27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9947-AC87-E74D-80A3-E0FC3DD75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941AF-92FA-6DD7-FF62-AA4F4A9E9F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939AE-358D-938B-9B29-D1F1F2807D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7312C9-981A-EC02-3C3F-2896C69A2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D993EA-3638-F793-77B5-2B62F5519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840D6-B887-FA5C-76DD-071F3329A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745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39B38-F264-C78F-4C27-470AEE48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2720CA-D78A-926B-F5AD-6731F5EA8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2D41-8883-6C21-CDBF-7676A0C8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FE2C7-99BF-D034-CFC0-67A958E99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5EF2-3CEB-F660-1B11-4F45A1095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287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B0B632-8D7D-180F-5902-F59B79704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D160-FD48-DA01-BC3D-929F72143D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2082A-68AE-AF1E-F362-28F7E0D59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6BE94-2198-8B52-651A-FC97B240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AD06-EF0A-F2BD-B474-F9E0B0B0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469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userDrawn="1">
  <p:cSld name="1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151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5EAC0D-7A99-7716-2A23-628AAABDF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FC703F-32F9-694F-A426-733C54992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6258-FA0D-F01C-B91C-DE1F166A7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8FFDC-5213-404F-AB85-FF376F07529B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E0E75-24B2-72E9-5E59-91CF14058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9822D-35BE-76D4-2B5C-FEE5CF60F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592BCA-666D-4BFF-9F78-6067E05948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79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on a table&#10;&#10;Description automatically generated">
            <a:extLst>
              <a:ext uri="{FF2B5EF4-FFF2-40B4-BE49-F238E27FC236}">
                <a16:creationId xmlns:a16="http://schemas.microsoft.com/office/drawing/2014/main" id="{AA5B82CB-C030-730B-ED14-5872303B0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44"/>
            <a:ext cx="9144000" cy="512521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7AE9871-0429-493F-F909-27DFF19B9772}"/>
              </a:ext>
            </a:extLst>
          </p:cNvPr>
          <p:cNvSpPr/>
          <p:nvPr/>
        </p:nvSpPr>
        <p:spPr>
          <a:xfrm>
            <a:off x="1" y="0"/>
            <a:ext cx="7014990" cy="5143500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" name="TextBox">
            <a:extLst>
              <a:ext uri="{FF2B5EF4-FFF2-40B4-BE49-F238E27FC236}">
                <a16:creationId xmlns:a16="http://schemas.microsoft.com/office/drawing/2014/main" id="{8AC02219-BE24-0928-C364-DB6161A6ED3F}"/>
              </a:ext>
            </a:extLst>
          </p:cNvPr>
          <p:cNvSpPr/>
          <p:nvPr/>
        </p:nvSpPr>
        <p:spPr>
          <a:xfrm>
            <a:off x="233609" y="1901892"/>
            <a:ext cx="3790800" cy="907200"/>
          </a:xfrm>
        </p:spPr>
        <p:txBody>
          <a:bodyPr wrap="none"/>
          <a:lstStyle/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Technical Domain wise</a:t>
            </a:r>
          </a:p>
          <a:p>
            <a:pPr>
              <a:lnSpc>
                <a:spcPts val="4746"/>
              </a:lnSpc>
            </a:pPr>
            <a:r>
              <a:rPr lang="en-US" sz="2800" b="1" dirty="0">
                <a:solidFill>
                  <a:schemeClr val="bg1"/>
                </a:solidFill>
                <a:latin typeface="Segoe UI"/>
                <a:ea typeface="+mn-lt"/>
                <a:cs typeface="Segoe UI"/>
                <a:sym typeface="Nunito"/>
              </a:rPr>
              <a:t>Performance Report</a:t>
            </a:r>
            <a:endParaRPr lang="en-US" sz="2800" b="1" dirty="0">
              <a:solidFill>
                <a:schemeClr val="bg1"/>
              </a:solidFill>
              <a:latin typeface="Segoe UI"/>
              <a:ea typeface="+mn-lt"/>
              <a:cs typeface="Segoe UI"/>
            </a:endParaRP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748BECCF-8194-F9AE-2B4F-48CEC3C7E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2000" y="144000"/>
            <a:ext cx="1191600" cy="33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135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5000">
        <p159:morph option="byObject"/>
      </p:transition>
    </mc:Choice>
    <mc:Fallback xmlns="">
      <p:transition spd="med" advClick="0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</Words>
  <Application>Microsoft Office PowerPoint</Application>
  <PresentationFormat>On-screen Show (16:9)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Dipayan Das</dc:creator>
  <cp:lastModifiedBy>Dipayan Das</cp:lastModifiedBy>
  <cp:revision>21</cp:revision>
  <dcterms:created xsi:type="dcterms:W3CDTF">2024-12-10T08:22:04Z</dcterms:created>
  <dcterms:modified xsi:type="dcterms:W3CDTF">2025-03-28T11:48:30Z</dcterms:modified>
</cp:coreProperties>
</file>
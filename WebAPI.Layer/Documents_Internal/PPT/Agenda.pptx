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  <p:sp>
        <p:nvSpPr>
          <p:cNvPr id="6" name="TextBox"/>
          <p:cNvSpPr/>
          <p:nvPr/>
        </p:nvSpPr>
        <p:spPr>
          <a:xfrm>
            <a:off x="413999" y="90000"/>
            <a:ext cx="1710000" cy="540000"/>
          </a:xfrm>
        </p:spPr>
        <p:txBody>
          <a:bodyPr wrap="none"/>
          <a:lstStyle/>
          <a:p>
            <a:r>
              <a:rPr lang="en-US" sz="2800" b="1" dirty="0">
                <a:solidFill>
                  <a:srgbClr val="10446F"/>
                </a:solidFill>
              </a:rPr>
              <a:t>A</a:t>
            </a:r>
            <a:r>
              <a:rPr lang="en-IN" sz="2800" b="1" dirty="0">
                <a:solidFill>
                  <a:srgbClr val="10446F"/>
                </a:solidFill>
              </a:rPr>
              <a:t>genda</a:t>
            </a:r>
            <a:endParaRPr sz="2800" b="1" dirty="0">
              <a:solidFill>
                <a:srgbClr val="000000"/>
              </a:solidFill>
            </a:endParaRP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0A8340B-5268-05B6-E4D5-47C2358BE1D1}"/>
              </a:ext>
            </a:extLst>
          </p:cNvPr>
          <p:cNvSpPr txBox="1">
            <a:spLocks/>
          </p:cNvSpPr>
          <p:nvPr/>
        </p:nvSpPr>
        <p:spPr>
          <a:xfrm>
            <a:off x="884448" y="525536"/>
            <a:ext cx="6927552" cy="4013807"/>
          </a:xfrm>
          <a:prstGeom prst="rect">
            <a:avLst/>
          </a:prstGeom>
        </p:spPr>
        <p:txBody>
          <a:bodyPr>
            <a:norm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MOM of last meeting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Highlights / Lowlights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Last Month IT landscape / Secure Score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CSAT &amp; Key Initiatives - SIPs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SLA Summary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Major Activities/ Incidents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Technical Domain wise Performance Report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Cambria" panose="02040503050406030204" pitchFamily="18" charset="0"/>
                <a:cs typeface="Segoe UI" panose="020B0502040204020203" pitchFamily="34" charset="0"/>
              </a:rPr>
              <a:t>Q&amp;A and Feedback  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D6E3E-B697-06C5-82B0-7A3FEF600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9" y="681681"/>
            <a:ext cx="295316" cy="285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70AA34-3CAD-2414-D237-6BB009D24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39" y="1166466"/>
            <a:ext cx="285790" cy="285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C02F9B-9E51-4EDB-2F30-914DB13BD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9" y="1634923"/>
            <a:ext cx="285790" cy="285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B2FA5E-A0EA-BB7A-A190-B5CA052FF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55" y="2119708"/>
            <a:ext cx="285790" cy="285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327466-2103-5039-0219-EB2635F5DB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9" y="2637149"/>
            <a:ext cx="285790" cy="2857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727062-DAF7-2723-8758-29768FA2D6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9" y="3138262"/>
            <a:ext cx="285790" cy="2857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9197F37-F09A-DE1C-9A4D-863E872488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9" y="3623047"/>
            <a:ext cx="285790" cy="285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8F27E0F-4FF9-8571-5EF2-64415A361B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55" y="4115996"/>
            <a:ext cx="285790" cy="285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</Words>
  <Application>Microsoft Office PowerPoint</Application>
  <PresentationFormat>On-screen Show (16:9)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9</cp:revision>
  <dcterms:created xsi:type="dcterms:W3CDTF">2024-12-10T08:22:04Z</dcterms:created>
  <dcterms:modified xsi:type="dcterms:W3CDTF">2025-03-28T10:46:17Z</dcterms:modified>
</cp:coreProperties>
</file>
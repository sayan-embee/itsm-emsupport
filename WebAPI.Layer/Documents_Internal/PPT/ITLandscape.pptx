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3" r:id="rId4"/>
    <p:sldId id="261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9600" cy="5140800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5A00143A-EAAB-D940-FDCC-CEBF92D2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Box"/>
          <p:cNvSpPr/>
          <p:nvPr/>
        </p:nvSpPr>
        <p:spPr>
          <a:xfrm>
            <a:off x="209388" y="1934549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Previous Month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IT Landscape &amp; Secure Score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10F137A3-DB90-3FB4-5581-248C73AC5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/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IT Landscape in Scope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1530-2D32-CE38-C8CC-943FB7A9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CF171A-2F04-9001-E983-7D3782854BD0}"/>
              </a:ext>
            </a:extLst>
          </p:cNvPr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>
            <a:extLst>
              <a:ext uri="{FF2B5EF4-FFF2-40B4-BE49-F238E27FC236}">
                <a16:creationId xmlns:a16="http://schemas.microsoft.com/office/drawing/2014/main" id="{3282747A-4317-2D95-545C-11201E8E3F97}"/>
              </a:ext>
            </a:extLst>
          </p:cNvPr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O365 Secure Score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8ABB4C9-647E-CC12-2DC7-02C463EF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3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288E-DEA9-8CDD-0BFA-5C4DF032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3411FF9-9963-9273-B60A-A07851649759}"/>
              </a:ext>
            </a:extLst>
          </p:cNvPr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>
            <a:extLst>
              <a:ext uri="{FF2B5EF4-FFF2-40B4-BE49-F238E27FC236}">
                <a16:creationId xmlns:a16="http://schemas.microsoft.com/office/drawing/2014/main" id="{4357097A-997E-0157-1BC3-6AEFD9B46181}"/>
              </a:ext>
            </a:extLst>
          </p:cNvPr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Azure Secure Score &amp; Recommendation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F6531EB-A31C-0DAB-F628-93FC33094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74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</Words>
  <Application>Microsoft Office PowerPoint</Application>
  <PresentationFormat>On-screen Show (16:9)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18</cp:revision>
  <dcterms:created xsi:type="dcterms:W3CDTF">2024-12-10T08:22:04Z</dcterms:created>
  <dcterms:modified xsi:type="dcterms:W3CDTF">2025-03-28T11:48:50Z</dcterms:modified>
</cp:coreProperties>
</file>
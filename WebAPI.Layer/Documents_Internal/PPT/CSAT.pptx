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147470477" r:id="rId2"/>
    <p:sldId id="260" r:id="rId3"/>
    <p:sldId id="263" r:id="rId4"/>
    <p:sldId id="2147470478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822A8-8BEB-4235-9B93-4CBE907D70D7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D0F12-DBB6-47BA-A637-1F37B1E44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724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bf5e290e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5bf5e290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8153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01A4-D13C-17F5-7A05-FC75CC29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4A41-5B1A-E9C5-BBF7-14C07E0D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814D-8CC0-DD0C-C93C-AB6C60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2521-F35B-7EA1-0ED0-C604241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C144-44B5-52F0-04F5-2AA9EE4D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FD37-ED50-8224-780A-5F71825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403C-78FF-7559-42BE-4805129E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E59A-28B6-6389-9E7D-6FAD8B15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1EC9-2CF1-559B-388D-5B0273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17D2-4C8E-6F30-7F84-8EE62C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DBB8-BC14-ED52-B3E1-BCA1C19E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4E00-4C6A-9329-D28F-0EF3B4A6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C32E-F998-F184-0952-CB595810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DA70-304C-5E52-BE0C-12E4232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0F01-4516-31AB-FB91-EC368CB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5E2-28B4-49E6-7823-5E91272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7C00-8E32-5143-B235-C30353106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21203-2A81-2F20-84BF-6B1CC2D5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DDABF-4327-2C5D-C6CA-C3AB524E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6A18-523A-7B2D-5502-5B0D14C9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B04E-6F42-4312-4758-F2015980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653A-3753-4F18-5BAB-D6F52DB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48B29-A976-5C5B-A926-515F2D850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4B2A8-D71D-96D8-7DCC-F71B5306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9856-39E3-D0E3-07C6-D01E03625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20163-B329-45DD-12FC-B938C8F84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F96A1-E217-9007-14B3-59B57C57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73355-EFED-0583-2A0C-FE17CEB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8E3C3-C126-0887-E91F-8C7B10E7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5766-55D5-8204-9C3E-5EA21F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2EA80-FAC7-C5FE-DFF4-487CF6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68C9-E06C-8C99-0E68-FE4E613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F8B1-C7E5-B08F-A027-1762068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6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9392-D62D-4C63-0570-2FD250B6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98DB6-5657-1D34-EB9B-1280CB6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970E-5CFA-7969-64D6-BCE3814D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6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3AA3-F32D-B4CF-84DC-5C459078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9A72-7EE1-4635-04E0-21D348EB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66BCB-47AB-AD80-B412-3626D6030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128A-8A68-CCD6-9CB0-4DED7201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EF1A1-5F54-F581-51D7-74F19211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EF1-AED4-78CB-E674-B234815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2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9947-AC87-E74D-80A3-E0FC3DD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941AF-92FA-6DD7-FF62-AA4F4A9E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939AE-358D-938B-9B29-D1F1F280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12C9-981A-EC02-3C3F-2896C69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EA-3638-F793-77B5-2B62F55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840D6-B887-FA5C-76DD-071F332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9B38-F264-C78F-4C27-470AEE4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720CA-D78A-926B-F5AD-6731F5EA8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D41-8883-6C21-CDBF-7676A0C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E2C7-99BF-D034-CFC0-67A958E9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5EF2-3CEB-F660-1B11-4F45A109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28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632-8D7D-180F-5902-F59B79704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D160-FD48-DA01-BC3D-929F7214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82A-68AE-AF1E-F362-28F7E0D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BE94-2198-8B52-651A-FC97B24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AD06-EF0A-F2BD-B474-F9E0B0B0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9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AC0D-7A99-7716-2A23-628AAABD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C703F-32F9-694F-A426-733C5499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6258-FA0D-F01C-B91C-DE1F166A7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0E75-24B2-72E9-5E59-91CF140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822D-35BE-76D4-2B5C-FEE5CF60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74523C-C457-A409-2A80-F6D416A4D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" y="157"/>
            <a:ext cx="9143721" cy="5143343"/>
          </a:xfrm>
          <a:prstGeom prst="rect">
            <a:avLst/>
          </a:prstGeom>
        </p:spPr>
      </p:pic>
      <p:sp>
        <p:nvSpPr>
          <p:cNvPr id="3" name="TextBox">
            <a:extLst>
              <a:ext uri="{FF2B5EF4-FFF2-40B4-BE49-F238E27FC236}">
                <a16:creationId xmlns:a16="http://schemas.microsoft.com/office/drawing/2014/main" id="{223E80FA-4583-25D1-B754-6363C60B09DE}"/>
              </a:ext>
            </a:extLst>
          </p:cNvPr>
          <p:cNvSpPr/>
          <p:nvPr/>
        </p:nvSpPr>
        <p:spPr>
          <a:xfrm>
            <a:off x="176729" y="1918221"/>
            <a:ext cx="4395271" cy="907200"/>
          </a:xfrm>
        </p:spPr>
        <p:txBody>
          <a:bodyPr wrap="none"/>
          <a:lstStyle/>
          <a:p>
            <a:pPr>
              <a:lnSpc>
                <a:spcPts val="4746"/>
              </a:lnSpc>
            </a:pPr>
            <a:r>
              <a:rPr lang="en-US" sz="2800" b="1" dirty="0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CSAT &amp; SIP (Service </a:t>
            </a:r>
          </a:p>
          <a:p>
            <a:pPr>
              <a:lnSpc>
                <a:spcPts val="4746"/>
              </a:lnSpc>
            </a:pPr>
            <a:r>
              <a:rPr lang="en-US" sz="2800" b="1" dirty="0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Improvement Plan)</a:t>
            </a:r>
            <a:endParaRPr lang="en-US" sz="28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56E3CF-968A-32C6-E4DA-78EB7B38E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170" y="0"/>
            <a:ext cx="1730829" cy="65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64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3" name="TextBox"/>
          <p:cNvSpPr/>
          <p:nvPr/>
        </p:nvSpPr>
        <p:spPr>
          <a:xfrm>
            <a:off x="140400" y="57600"/>
            <a:ext cx="7070400" cy="522000"/>
          </a:xfrm>
        </p:spPr>
        <p:txBody>
          <a:bodyPr wrap="none"/>
          <a:lstStyle/>
          <a:p>
            <a:r>
              <a:rPr lang="en-US" sz="2000" b="1" dirty="0">
                <a:solidFill>
                  <a:srgbClr val="10446F"/>
                </a:solidFill>
              </a:rPr>
              <a:t>CSAT Trend Analysis</a:t>
            </a:r>
            <a:endParaRPr sz="2000" b="1" dirty="0">
              <a:solidFill>
                <a:srgbClr val="10446F"/>
              </a:solidFill>
            </a:endParaRP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A1530-2D32-CE38-C8CC-943FB7A93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ECF171A-2F04-9001-E983-7D3782854BD0}"/>
              </a:ext>
            </a:extLst>
          </p:cNvPr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3" name="TextBox">
            <a:extLst>
              <a:ext uri="{FF2B5EF4-FFF2-40B4-BE49-F238E27FC236}">
                <a16:creationId xmlns:a16="http://schemas.microsoft.com/office/drawing/2014/main" id="{3282747A-4317-2D95-545C-11201E8E3F97}"/>
              </a:ext>
            </a:extLst>
          </p:cNvPr>
          <p:cNvSpPr/>
          <p:nvPr/>
        </p:nvSpPr>
        <p:spPr>
          <a:xfrm>
            <a:off x="140400" y="57600"/>
            <a:ext cx="7070400" cy="522000"/>
          </a:xfrm>
        </p:spPr>
        <p:txBody>
          <a:bodyPr wrap="none"/>
          <a:lstStyle/>
          <a:p>
            <a:r>
              <a:rPr lang="en-US" sz="2000" b="1" dirty="0">
                <a:solidFill>
                  <a:srgbClr val="10446F"/>
                </a:solidFill>
              </a:rPr>
              <a:t>Key Initiatives - SIPs</a:t>
            </a:r>
            <a:endParaRPr sz="2000" b="1" dirty="0">
              <a:solidFill>
                <a:srgbClr val="10446F"/>
              </a:solidFill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88ABB4C9-647E-CC12-2DC7-02C463EFA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637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855D-51CC-4027-DE51-A063FA9BC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AD8D3A2-24A3-8531-1204-4317EA775864}"/>
              </a:ext>
            </a:extLst>
          </p:cNvPr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3" name="TextBox">
            <a:extLst>
              <a:ext uri="{FF2B5EF4-FFF2-40B4-BE49-F238E27FC236}">
                <a16:creationId xmlns:a16="http://schemas.microsoft.com/office/drawing/2014/main" id="{0508D861-9810-72BD-96A3-980210304472}"/>
              </a:ext>
            </a:extLst>
          </p:cNvPr>
          <p:cNvSpPr/>
          <p:nvPr/>
        </p:nvSpPr>
        <p:spPr>
          <a:xfrm>
            <a:off x="140400" y="57600"/>
            <a:ext cx="7070400" cy="522000"/>
          </a:xfrm>
        </p:spPr>
        <p:txBody>
          <a:bodyPr wrap="none"/>
          <a:lstStyle/>
          <a:p>
            <a:r>
              <a:rPr lang="en-US" sz="2000" b="1" dirty="0">
                <a:solidFill>
                  <a:srgbClr val="10446F"/>
                </a:solidFill>
              </a:rPr>
              <a:t>Key Initiatives – Automation &amp; Transformation</a:t>
            </a:r>
            <a:endParaRPr sz="2000" b="1" dirty="0">
              <a:solidFill>
                <a:srgbClr val="10446F"/>
              </a:solidFill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FF0341D5-E4F6-F356-E3EE-F5E65242C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64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24</Words>
  <Application>Microsoft Office PowerPoint</Application>
  <PresentationFormat>On-screen Show (16:9)</PresentationFormat>
  <Paragraphs>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Dipayan Das</dc:creator>
  <cp:lastModifiedBy>Dipayan Das</cp:lastModifiedBy>
  <cp:revision>22</cp:revision>
  <dcterms:created xsi:type="dcterms:W3CDTF">2024-12-10T08:22:04Z</dcterms:created>
  <dcterms:modified xsi:type="dcterms:W3CDTF">2025-03-28T11:34:17Z</dcterms:modified>
</cp:coreProperties>
</file>
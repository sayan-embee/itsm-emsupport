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822A8-8BEB-4235-9B93-4CBE907D70D7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D0F12-DBB6-47BA-A637-1F37B1E44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2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9600" cy="5140800"/>
          </a:xfrm>
          <a:prstGeom prst="rect">
            <a:avLst/>
          </a:pr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5A00143A-EAAB-D940-FDCC-CEBF92D2D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20000" cy="5140800"/>
          </a:xfrm>
          <a:prstGeom prst="rect">
            <a:avLst/>
          </a:prstGeom>
        </p:spPr>
      </p:pic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Box"/>
          <p:cNvSpPr/>
          <p:nvPr/>
        </p:nvSpPr>
        <p:spPr>
          <a:xfrm>
            <a:off x="209388" y="1934549"/>
            <a:ext cx="3790800" cy="907200"/>
          </a:xfrm>
        </p:spPr>
        <p:txBody>
          <a:bodyPr wrap="none"/>
          <a:lstStyle/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Discussion on</a:t>
            </a:r>
          </a:p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Last month services</a:t>
            </a:r>
            <a:endParaRPr lang="en-US" sz="28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10F137A3-DB90-3FB4-5581-248C73AC5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</Words>
  <Application>Microsoft Office PowerPoint</Application>
  <PresentationFormat>On-screen Show (16:9)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19</cp:revision>
  <dcterms:created xsi:type="dcterms:W3CDTF">2024-12-10T08:22:04Z</dcterms:created>
  <dcterms:modified xsi:type="dcterms:W3CDTF">2025-03-28T13:16:09Z</dcterms:modified>
</cp:coreProperties>
</file>
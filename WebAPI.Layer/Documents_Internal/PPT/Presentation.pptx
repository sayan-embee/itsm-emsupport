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10-12-2024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6F6E4-B15D-DCC8-8DFA-10259846A7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E3215-2FCA-8124-DD48-85CBB100D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5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</cp:revision>
  <dcterms:created xsi:type="dcterms:W3CDTF">2024-12-10T08:22:04Z</dcterms:created>
  <dcterms:modified xsi:type="dcterms:W3CDTF">2024-12-10T08:22:09Z</dcterms:modified>
</cp:coreProperties>
</file>
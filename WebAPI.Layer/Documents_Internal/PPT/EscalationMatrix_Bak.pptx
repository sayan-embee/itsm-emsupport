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455" r:id="rId2"/>
    <p:sldId id="2076137728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80D18-34C4-4F05-8E7F-98579B02A718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3AE69-9431-4E66-B6B2-1ED44EC29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9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bf5e290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5bf5e290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5431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791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995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n in suits looking at a file&#10;&#10;Description automatically generated">
            <a:extLst>
              <a:ext uri="{FF2B5EF4-FFF2-40B4-BE49-F238E27FC236}">
                <a16:creationId xmlns:a16="http://schemas.microsoft.com/office/drawing/2014/main" id="{2C9D2958-84B8-AE34-3FBE-D863E8F586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60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7AE9871-0429-493F-F909-27DFF19B9772}"/>
              </a:ext>
            </a:extLst>
          </p:cNvPr>
          <p:cNvSpPr/>
          <p:nvPr/>
        </p:nvSpPr>
        <p:spPr>
          <a:xfrm>
            <a:off x="1" y="0"/>
            <a:ext cx="7607455" cy="5143500"/>
          </a:xfrm>
          <a:prstGeom prst="rect">
            <a:avLst/>
          </a:prstGeom>
          <a:gradFill>
            <a:gsLst>
              <a:gs pos="0">
                <a:srgbClr val="BFAA77"/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29" name="Google Shape;129;p21"/>
          <p:cNvSpPr txBox="1"/>
          <p:nvPr/>
        </p:nvSpPr>
        <p:spPr>
          <a:xfrm>
            <a:off x="543648" y="2271079"/>
            <a:ext cx="4298266" cy="2260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7" tIns="68567" rIns="68567" bIns="68567" anchor="t" anchorCtr="0">
            <a:noAutofit/>
          </a:bodyPr>
          <a:lstStyle/>
          <a:p>
            <a:pPr>
              <a:lnSpc>
                <a:spcPts val="4746"/>
              </a:lnSpc>
            </a:pPr>
            <a:r>
              <a:rPr lang="en-US" sz="3000" b="1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Escalation Matrix</a:t>
            </a:r>
            <a:endParaRPr lang="en-US" sz="3000" b="1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0E9026-13FA-83DB-4E02-C42C40D30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93" y="1520000"/>
            <a:ext cx="1992866" cy="75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24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FE9716F-8840-CCDA-70CE-75BC084C8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311400"/>
              </p:ext>
            </p:extLst>
          </p:nvPr>
        </p:nvGraphicFramePr>
        <p:xfrm>
          <a:off x="358703" y="336380"/>
          <a:ext cx="8426594" cy="4470739"/>
        </p:xfrm>
        <a:graphic>
          <a:graphicData uri="http://schemas.openxmlformats.org/drawingml/2006/table">
            <a:tbl>
              <a:tblPr/>
              <a:tblGrid>
                <a:gridCol w="1446830">
                  <a:extLst>
                    <a:ext uri="{9D8B030D-6E8A-4147-A177-3AD203B41FA5}">
                      <a16:colId xmlns:a16="http://schemas.microsoft.com/office/drawing/2014/main" val="2745931267"/>
                    </a:ext>
                  </a:extLst>
                </a:gridCol>
                <a:gridCol w="1868161">
                  <a:extLst>
                    <a:ext uri="{9D8B030D-6E8A-4147-A177-3AD203B41FA5}">
                      <a16:colId xmlns:a16="http://schemas.microsoft.com/office/drawing/2014/main" val="3038791976"/>
                    </a:ext>
                  </a:extLst>
                </a:gridCol>
                <a:gridCol w="2480280">
                  <a:extLst>
                    <a:ext uri="{9D8B030D-6E8A-4147-A177-3AD203B41FA5}">
                      <a16:colId xmlns:a16="http://schemas.microsoft.com/office/drawing/2014/main" val="20399403"/>
                    </a:ext>
                  </a:extLst>
                </a:gridCol>
                <a:gridCol w="2631323">
                  <a:extLst>
                    <a:ext uri="{9D8B030D-6E8A-4147-A177-3AD203B41FA5}">
                      <a16:colId xmlns:a16="http://schemas.microsoft.com/office/drawing/2014/main" val="218627890"/>
                    </a:ext>
                  </a:extLst>
                </a:gridCol>
              </a:tblGrid>
              <a:tr h="264405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Operational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70423"/>
                  </a:ext>
                </a:extLst>
              </a:tr>
              <a:tr h="2101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Level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Role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Contact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920088"/>
                  </a:ext>
                </a:extLst>
              </a:tr>
              <a:tr h="21016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1</a:t>
                      </a:r>
                      <a:r>
                        <a:rPr lang="en-IN" sz="1100" b="0" i="0" u="none" strike="noStrike" baseline="3000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st</a:t>
                      </a:r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Helpdesk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NSD Helpdesk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8335819700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320"/>
                  </a:ext>
                </a:extLst>
              </a:tr>
              <a:tr h="2001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support.operation@embee.co.in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841880"/>
                  </a:ext>
                </a:extLst>
              </a:tr>
              <a:tr h="21016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IN" sz="1100" b="0" i="0" u="none" strike="noStrike" baseline="3000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nd</a:t>
                      </a:r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Rahul Hati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Relationship Manager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9836454567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597077"/>
                  </a:ext>
                </a:extLst>
              </a:tr>
              <a:tr h="22316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Rahul.hati@embee.co.in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225519"/>
                  </a:ext>
                </a:extLst>
              </a:tr>
              <a:tr h="21016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3</a:t>
                      </a:r>
                      <a:r>
                        <a:rPr lang="en-IN" sz="1100" b="0" i="0" u="none" strike="noStrike" baseline="3000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rd</a:t>
                      </a:r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Payel Das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Operational Lead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8420498581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285329"/>
                  </a:ext>
                </a:extLst>
              </a:tr>
              <a:tr h="21016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Payel.das@embee.co.in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235579"/>
                  </a:ext>
                </a:extLst>
              </a:tr>
              <a:tr h="24019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4</a:t>
                      </a:r>
                      <a:r>
                        <a:rPr lang="en-IN" sz="1100" b="0" i="0" u="none" strike="noStrike" baseline="3000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th</a:t>
                      </a:r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Sangita Banerjee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Senior Manager Centralized Helpdesk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9836300422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315699"/>
                  </a:ext>
                </a:extLst>
              </a:tr>
              <a:tr h="21016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Sangita.banerjee@embee.co.in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788054"/>
                  </a:ext>
                </a:extLst>
              </a:tr>
              <a:tr h="210167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Technical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  <a:ea typeface="Cambria" panose="02040503050406030204" pitchFamily="18" charset="0"/>
                      </a:endParaRP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819136"/>
                  </a:ext>
                </a:extLst>
              </a:tr>
              <a:tr h="2101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Level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Role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Contact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05118"/>
                  </a:ext>
                </a:extLst>
              </a:tr>
              <a:tr h="200159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1</a:t>
                      </a:r>
                      <a:r>
                        <a:rPr lang="en-IN" sz="1100" b="0" i="0" u="none" strike="noStrike" baseline="3000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st</a:t>
                      </a:r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Basudev Pakhira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Technical Consultant - Azure 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8334892775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711312"/>
                  </a:ext>
                </a:extLst>
              </a:tr>
              <a:tr h="2001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basudev.pakhira@embee.co.in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84535"/>
                  </a:ext>
                </a:extLst>
              </a:tr>
              <a:tr h="21016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Ranjit Thakur 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9836988834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307844"/>
                  </a:ext>
                </a:extLst>
              </a:tr>
              <a:tr h="21016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ranjit.thakur@embee.co.in 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667814"/>
                  </a:ext>
                </a:extLst>
              </a:tr>
              <a:tr h="21016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IN" sz="1100" b="0" i="0" u="none" strike="noStrike" baseline="3000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nd</a:t>
                      </a:r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Aloke Ghosh 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Senior Solution Specialist – Cloud Services 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9836454567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423934"/>
                  </a:ext>
                </a:extLst>
              </a:tr>
              <a:tr h="21016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Rahul.hati@embee.co.in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270162"/>
                  </a:ext>
                </a:extLst>
              </a:tr>
              <a:tr h="210167"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Overall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C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81201"/>
                  </a:ext>
                </a:extLst>
              </a:tr>
              <a:tr h="21016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Operational &amp; Technical 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Nirmalya Ghosh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GM &amp; Lead IT Service &amp; support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9830226535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134176"/>
                  </a:ext>
                </a:extLst>
              </a:tr>
              <a:tr h="2001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Nirmalya.Ghosh@embee.co.in</a:t>
                      </a:r>
                    </a:p>
                  </a:txBody>
                  <a:tcPr marL="7144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75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695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151</Words>
  <Application>Microsoft Office PowerPoint</Application>
  <PresentationFormat>On-screen Show (16:9)</PresentationFormat>
  <Paragraphs>50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14</cp:revision>
  <dcterms:created xsi:type="dcterms:W3CDTF">2024-12-10T08:22:04Z</dcterms:created>
  <dcterms:modified xsi:type="dcterms:W3CDTF">2025-03-24T05:53:45Z</dcterms:modified>
</cp:coreProperties>
</file>
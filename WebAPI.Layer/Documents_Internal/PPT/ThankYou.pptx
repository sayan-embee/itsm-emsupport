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0453" r:id="rId2"/>
    <p:sldId id="272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80D18-34C4-4F05-8E7F-98579B02A718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3AE69-9431-4E66-B6B2-1ED44EC29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998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371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79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7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1" descr="Background pattern&#10;&#10;Description automatically generated">
            <a:extLst>
              <a:ext uri="{FF2B5EF4-FFF2-40B4-BE49-F238E27FC236}">
                <a16:creationId xmlns:a16="http://schemas.microsoft.com/office/drawing/2014/main" id="{F05E2CDC-E71A-CE56-3249-663296C4E0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" y="79"/>
            <a:ext cx="9135601" cy="5143343"/>
          </a:xfrm>
          <a:prstGeom prst="rect">
            <a:avLst/>
          </a:prstGeom>
        </p:spPr>
      </p:pic>
      <p:sp>
        <p:nvSpPr>
          <p:cNvPr id="2" name="Google Shape;129;p21">
            <a:extLst>
              <a:ext uri="{FF2B5EF4-FFF2-40B4-BE49-F238E27FC236}">
                <a16:creationId xmlns:a16="http://schemas.microsoft.com/office/drawing/2014/main" id="{AC956B18-4E21-DA62-E1D3-ACF79247F5EC}"/>
              </a:ext>
            </a:extLst>
          </p:cNvPr>
          <p:cNvSpPr txBox="1"/>
          <p:nvPr/>
        </p:nvSpPr>
        <p:spPr>
          <a:xfrm>
            <a:off x="555507" y="1924289"/>
            <a:ext cx="8032985" cy="647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7" tIns="68567" rIns="68567" bIns="68567" anchor="t" anchorCtr="0">
            <a:noAutofit/>
          </a:bodyPr>
          <a:lstStyle/>
          <a:p>
            <a:pPr>
              <a:lnSpc>
                <a:spcPts val="4746"/>
              </a:lnSpc>
            </a:pPr>
            <a:r>
              <a:rPr lang="en-US" sz="3000" b="1" dirty="0">
                <a:solidFill>
                  <a:srgbClr val="003C80"/>
                </a:solidFill>
                <a:latin typeface="Segoe UI"/>
                <a:ea typeface="+mn-lt"/>
                <a:cs typeface="Segoe UI"/>
                <a:sym typeface="Nunito"/>
              </a:rPr>
              <a:t>Any Questions or Suggestions?</a:t>
            </a:r>
            <a:endParaRPr lang="en-US" sz="3000" b="1" dirty="0">
              <a:solidFill>
                <a:srgbClr val="003C80"/>
              </a:solidFill>
              <a:latin typeface="Segoe UI"/>
              <a:ea typeface="+mn-lt"/>
              <a:cs typeface="Segoe UI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521CC86A-B52C-4327-3477-CDF94521C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1015" y="160329"/>
            <a:ext cx="1191600" cy="3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0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0"/>
    </mc:Choice>
    <mc:Fallback xmlns="">
      <p:transition advClick="0" advTm="1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001" y="177750"/>
            <a:ext cx="4680000" cy="3600000"/>
          </a:xfrm>
          <a:prstGeom prst="rect">
            <a:avLst/>
          </a:prstGeom>
        </p:spPr>
      </p:pic>
      <p:pic>
        <p:nvPicPr>
          <p:cNvPr id="3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391851"/>
            <a:ext cx="1992597" cy="502584"/>
          </a:xfrm>
          <a:prstGeom prst="rect">
            <a:avLst/>
          </a:prstGeom>
        </p:spPr>
      </p:pic>
      <p:pic>
        <p:nvPicPr>
          <p:cNvPr id="5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9" y="4038105"/>
            <a:ext cx="288000" cy="288000"/>
          </a:xfrm>
          <a:prstGeom prst="rect">
            <a:avLst/>
          </a:prstGeom>
        </p:spPr>
      </p:pic>
      <p:pic>
        <p:nvPicPr>
          <p:cNvPr id="6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6000" y="4038105"/>
            <a:ext cx="288000" cy="288000"/>
          </a:xfrm>
          <a:prstGeom prst="rect">
            <a:avLst/>
          </a:prstGeom>
        </p:spPr>
      </p:pic>
      <p:pic>
        <p:nvPicPr>
          <p:cNvPr id="7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8000" y="4038105"/>
            <a:ext cx="288000" cy="288000"/>
          </a:xfrm>
          <a:prstGeom prst="rect">
            <a:avLst/>
          </a:prstGeom>
        </p:spPr>
      </p:pic>
      <p:pic>
        <p:nvPicPr>
          <p:cNvPr id="8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491" y="4444712"/>
            <a:ext cx="360000" cy="360000"/>
          </a:xfrm>
          <a:prstGeom prst="rect">
            <a:avLst/>
          </a:prstGeom>
        </p:spPr>
      </p:pic>
      <p:sp>
        <p:nvSpPr>
          <p:cNvPr id="9" name="TextBox"/>
          <p:cNvSpPr/>
          <p:nvPr/>
        </p:nvSpPr>
        <p:spPr>
          <a:xfrm>
            <a:off x="269999" y="1977750"/>
            <a:ext cx="3081600" cy="737999"/>
          </a:xfrm>
        </p:spPr>
        <p:txBody>
          <a:bodyPr wrap="none"/>
          <a:lstStyle/>
          <a:p>
            <a:r>
              <a:rPr sz="4000" b="1" dirty="0">
                <a:solidFill>
                  <a:srgbClr val="14436C"/>
                </a:solidFill>
              </a:rPr>
              <a:t>Thank You</a:t>
            </a:r>
          </a:p>
        </p:txBody>
      </p:sp>
      <p:sp>
        <p:nvSpPr>
          <p:cNvPr id="10" name="TextBox"/>
          <p:cNvSpPr/>
          <p:nvPr/>
        </p:nvSpPr>
        <p:spPr>
          <a:xfrm>
            <a:off x="658800" y="4038105"/>
            <a:ext cx="1864800" cy="432000"/>
          </a:xfrm>
        </p:spPr>
        <p:txBody>
          <a:bodyPr wrap="none"/>
          <a:lstStyle/>
          <a:p>
            <a:r>
              <a:rPr sz="1400" dirty="0"/>
              <a:t>www.embee.co.in</a:t>
            </a:r>
          </a:p>
        </p:txBody>
      </p:sp>
      <p:sp>
        <p:nvSpPr>
          <p:cNvPr id="11" name="TextBox"/>
          <p:cNvSpPr/>
          <p:nvPr/>
        </p:nvSpPr>
        <p:spPr>
          <a:xfrm>
            <a:off x="3020400" y="4038105"/>
            <a:ext cx="1864800" cy="432000"/>
          </a:xfrm>
        </p:spPr>
        <p:txBody>
          <a:bodyPr wrap="none"/>
          <a:lstStyle/>
          <a:p>
            <a:r>
              <a:rPr sz="1400" dirty="0"/>
              <a:t>connect@embee.co.in</a:t>
            </a:r>
          </a:p>
        </p:txBody>
      </p:sp>
      <p:sp>
        <p:nvSpPr>
          <p:cNvPr id="12" name="TextBox"/>
          <p:cNvSpPr/>
          <p:nvPr/>
        </p:nvSpPr>
        <p:spPr>
          <a:xfrm>
            <a:off x="5310000" y="4038105"/>
            <a:ext cx="1864800" cy="432000"/>
          </a:xfrm>
        </p:spPr>
        <p:txBody>
          <a:bodyPr wrap="none"/>
          <a:lstStyle/>
          <a:p>
            <a:r>
              <a:rPr sz="1400" dirty="0"/>
              <a:t>+91 9711544074</a:t>
            </a:r>
          </a:p>
        </p:txBody>
      </p:sp>
      <p:sp>
        <p:nvSpPr>
          <p:cNvPr id="13" name="CombinedTextBox"/>
          <p:cNvSpPr/>
          <p:nvPr/>
        </p:nvSpPr>
        <p:spPr>
          <a:xfrm>
            <a:off x="690490" y="4480712"/>
            <a:ext cx="8406000" cy="486000"/>
          </a:xfrm>
        </p:spPr>
        <p:txBody>
          <a:bodyPr wrap="none"/>
          <a:lstStyle/>
          <a:p>
            <a:r>
              <a:rPr sz="1300" dirty="0"/>
              <a:t>Mumbai   Pune   New Delhi   Gurugram   Noida   Kolkata   Jamshedpur   Bhubaneshwar   Guwahati   Raipur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36</Words>
  <Application>Microsoft Office PowerPoint</Application>
  <PresentationFormat>On-screen Show (16:9)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14</cp:revision>
  <dcterms:created xsi:type="dcterms:W3CDTF">2024-12-10T08:22:04Z</dcterms:created>
  <dcterms:modified xsi:type="dcterms:W3CDTF">2025-03-24T05:54:07Z</dcterms:modified>
</cp:coreProperties>
</file>
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0455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80D18-34C4-4F05-8E7F-98579B02A718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3AE69-9431-4E66-B6B2-1ED44EC29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9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543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79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riting on a whiteboard&#10;&#10;AI-generated content may be incorrect.">
            <a:extLst>
              <a:ext uri="{FF2B5EF4-FFF2-40B4-BE49-F238E27FC236}">
                <a16:creationId xmlns:a16="http://schemas.microsoft.com/office/drawing/2014/main" id="{67576E61-C64A-2A61-A358-907D4CC1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2"/>
          <a:stretch/>
        </p:blipFill>
        <p:spPr>
          <a:xfrm>
            <a:off x="0" y="0"/>
            <a:ext cx="9143999" cy="5140800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A79D984-E2D5-5168-3ECE-22D5BA9D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129" name="Google Shape;129;p21"/>
          <p:cNvSpPr txBox="1"/>
          <p:nvPr/>
        </p:nvSpPr>
        <p:spPr>
          <a:xfrm>
            <a:off x="273734" y="2203711"/>
            <a:ext cx="4298266" cy="73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68567" rIns="68567" bIns="68567" anchor="t" anchorCtr="0">
            <a:noAutofit/>
          </a:bodyPr>
          <a:lstStyle/>
          <a:p>
            <a:pPr>
              <a:lnSpc>
                <a:spcPts val="4746"/>
              </a:lnSpc>
            </a:pPr>
            <a:r>
              <a:rPr lang="en-US" sz="30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Observation</a:t>
            </a:r>
            <a:endParaRPr lang="en-US" sz="30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E9026-13FA-83DB-4E02-C42C40D30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170" y="0"/>
            <a:ext cx="1730829" cy="6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2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22</cp:revision>
  <dcterms:created xsi:type="dcterms:W3CDTF">2024-12-10T08:22:04Z</dcterms:created>
  <dcterms:modified xsi:type="dcterms:W3CDTF">2025-03-28T11:38:09Z</dcterms:modified>
</cp:coreProperties>
</file>
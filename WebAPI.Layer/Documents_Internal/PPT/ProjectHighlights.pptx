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822A8-8BEB-4235-9B93-4CBE907D70D7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D0F12-DBB6-47BA-A637-1F37B1E44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72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9600" cy="5140800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05F87C4F-0DE0-9275-1669-99B59315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20000" cy="5140800"/>
          </a:xfrm>
          <a:prstGeom prst="rect">
            <a:avLst/>
          </a:prstGeom>
        </p:spPr>
      </p:pic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Box"/>
          <p:cNvSpPr/>
          <p:nvPr/>
        </p:nvSpPr>
        <p:spPr>
          <a:xfrm>
            <a:off x="228600" y="1908129"/>
            <a:ext cx="3790800" cy="907200"/>
          </a:xfrm>
        </p:spPr>
        <p:txBody>
          <a:bodyPr wrap="none"/>
          <a:lstStyle/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Project</a:t>
            </a:r>
          </a:p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Highlights / Lowlights</a:t>
            </a:r>
            <a:endParaRPr lang="en-US" sz="28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F113A050-E7D8-463B-715B-3C367A8F5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TextBox"/>
          <p:cNvSpPr/>
          <p:nvPr/>
        </p:nvSpPr>
        <p:spPr>
          <a:xfrm>
            <a:off x="140400" y="57600"/>
            <a:ext cx="7070400" cy="522000"/>
          </a:xfrm>
        </p:spPr>
        <p:txBody>
          <a:bodyPr wrap="none"/>
          <a:lstStyle/>
          <a:p>
            <a:r>
              <a:rPr lang="en-US" sz="2000" b="1" dirty="0">
                <a:solidFill>
                  <a:srgbClr val="10446F"/>
                </a:solidFill>
              </a:rPr>
              <a:t>Progress at Glance</a:t>
            </a:r>
            <a:endParaRPr sz="2000" b="1" dirty="0">
              <a:solidFill>
                <a:srgbClr val="10446F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5257083-27C2-FC47-A621-FF28BB328FFF}"/>
              </a:ext>
            </a:extLst>
          </p:cNvPr>
          <p:cNvSpPr/>
          <p:nvPr/>
        </p:nvSpPr>
        <p:spPr>
          <a:xfrm>
            <a:off x="140401" y="475200"/>
            <a:ext cx="2635456" cy="346226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10000"/>
                  <a:lumOff val="90000"/>
                </a:schemeClr>
              </a:gs>
              <a:gs pos="100000">
                <a:schemeClr val="bg1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B4AB8-E438-FEC3-8C37-15C8EC0CB271}"/>
              </a:ext>
            </a:extLst>
          </p:cNvPr>
          <p:cNvSpPr txBox="1"/>
          <p:nvPr/>
        </p:nvSpPr>
        <p:spPr>
          <a:xfrm>
            <a:off x="202993" y="541921"/>
            <a:ext cx="243407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10446F"/>
                </a:solidFill>
              </a:rPr>
              <a:t>Key Highlights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79F649-7CF8-0C9F-2881-795F1F929A16}"/>
              </a:ext>
            </a:extLst>
          </p:cNvPr>
          <p:cNvSpPr/>
          <p:nvPr/>
        </p:nvSpPr>
        <p:spPr>
          <a:xfrm flipH="1">
            <a:off x="2775857" y="475200"/>
            <a:ext cx="2842778" cy="3462268"/>
          </a:xfrm>
          <a:prstGeom prst="rect">
            <a:avLst/>
          </a:prstGeom>
          <a:gradFill flip="none" rotWithShape="1">
            <a:gsLst>
              <a:gs pos="0">
                <a:srgbClr val="EFFBE9"/>
              </a:gs>
              <a:gs pos="100000">
                <a:schemeClr val="bg1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C6FA82-E5F4-11DA-A678-1B4E9A0CF8F6}"/>
              </a:ext>
            </a:extLst>
          </p:cNvPr>
          <p:cNvSpPr txBox="1"/>
          <p:nvPr/>
        </p:nvSpPr>
        <p:spPr>
          <a:xfrm>
            <a:off x="2939143" y="544368"/>
            <a:ext cx="256519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10446F"/>
                </a:solidFill>
              </a:rPr>
              <a:t>Low Highlights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7" name="Picture 16" descr="A finger pointing at a graph&#10;&#10;AI-generated content may be incorrect.">
            <a:extLst>
              <a:ext uri="{FF2B5EF4-FFF2-40B4-BE49-F238E27FC236}">
                <a16:creationId xmlns:a16="http://schemas.microsoft.com/office/drawing/2014/main" id="{F4664D1E-D993-B07F-4FBA-D369E65E4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635" y="579600"/>
            <a:ext cx="3322372" cy="33578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</Words>
  <Application>Microsoft Office PowerPoint</Application>
  <PresentationFormat>On-screen Show (16:9)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17</cp:revision>
  <dcterms:created xsi:type="dcterms:W3CDTF">2024-12-10T08:22:04Z</dcterms:created>
  <dcterms:modified xsi:type="dcterms:W3CDTF">2025-03-28T11:45:35Z</dcterms:modified>
</cp:coreProperties>
</file>